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青财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19072"/>
            <a:ext cx="66751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800" b="1">
                <a:solidFill>
                  <a:srgbClr val="17212B"/>
                </a:solidFill>
                <a:latin typeface="Microsoft YaHei"/>
              </a:rPr>
              <a:t>把银行账单</a:t>
            </a:r>
          </a:p>
          <a:p>
            <a:pPr>
              <a:spcAft>
                <a:spcPts val="1200"/>
              </a:spcAft>
            </a:pPr>
            <a:r>
              <a:rPr sz="3800" b="1">
                <a:solidFill>
                  <a:srgbClr val="17212B"/>
                </a:solidFill>
                <a:latin typeface="Microsoft YaHei"/>
              </a:rPr>
              <a:t>变成可核对的个人计划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67665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607086"/>
                </a:solidFill>
                <a:latin typeface="Microsoft YaHei"/>
              </a:rPr>
              <a:t>青年服务 · 银行智能体 · 独立操作保护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6035040" cy="54864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26694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3 人团队  ｜  8 分钟演示  ｜  比赛原型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ome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青年用户需要一条连贯的资金旅程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在校阶段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675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学费与生活费，先于长期资金安排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初入职场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675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工资、租房押金、固定开销需要一起考虑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收入波动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675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先核对覆盖月份和安全垫，避免过度推断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使用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675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看见对象和金额，自己决定何时执行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00200"/>
            <a:ext cx="315468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1920240"/>
            <a:ext cx="26060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产品假设</a:t>
            </a:r>
          </a:p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↓</a:t>
            </a:r>
          </a:p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可交互原型</a:t>
            </a:r>
          </a:p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↓</a:t>
            </a:r>
          </a:p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真实用户验证计划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账单、目标与投资使用同一份事实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导入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核对流水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52344" y="25146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607086"/>
                </a:solidFill>
                <a:latin typeface="Microsoft YaHe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8376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8688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画像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明确用途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6" y="25146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607086"/>
                </a:solidFill>
                <a:latin typeface="Microsoft YaHe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7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计划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先留资金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25146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607086"/>
                </a:solidFill>
                <a:latin typeface="Microsoft YaHe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操作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核对确认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5146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607086"/>
                </a:solidFill>
                <a:latin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8672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58984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反馈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审核改进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16052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0">
                <a:solidFill>
                  <a:srgbClr val="17212B"/>
                </a:solidFill>
                <a:latin typeface="Microsoft YaHei"/>
              </a:rPr>
              <a:t>个人流水排除合成收入，内部划转不制造盈利。</a:t>
            </a:r>
          </a:p>
          <a:p>
            <a:pPr>
              <a:spcAft>
                <a:spcPts val="1200"/>
              </a:spcAft>
            </a:pPr>
            <a:r>
              <a:rPr sz="2500" b="0">
                <a:solidFill>
                  <a:srgbClr val="17212B"/>
                </a:solidFill>
                <a:latin typeface="Microsoft YaHei"/>
              </a:rPr>
              <a:t>目标进度与银行本金分开记录，历史投研保持独立。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从流水开始，先核对再入账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可校正的预览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日期、收支、金额、分类和资金性质逐行检查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重复导入有依据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优先使用流水编号；无编号时精确匹配并人工核对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上下文一致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页面所选区间传给助手，回源展示完整日期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录入后能纠错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原 ID 编辑与筛选小计；多笔描述先拆分核对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port-preview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个人计划由生活阶段和现金流共同决定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用户可编辑画像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在校 / 初入职场 / 自由职业；不推断敏感身份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先核对收入、开销与还款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仅三笔工资不代表流水完整，可安排额待核对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资金与风险都有约束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完整性未确认或结余不足，长期资格保持关闭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目标换了，进度不串用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确认保留或归零；逐笔进度可撤销、期限可测算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nvestment.png"/>
          <p:cNvPicPr>
            <a:picLocks noChangeAspect="1"/>
          </p:cNvPicPr>
          <p:nvPr/>
        </p:nvPicPr>
        <p:blipFill>
          <a:blip r:embed="rId2"/>
          <a:srcRect b="48535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模型理解与解释，服务器核对事实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19072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65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Qwen3 + 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697480"/>
            <a:ext cx="2423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意图提取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已知原因排序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研究事实选择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19072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965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可信服务器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697480"/>
            <a:ext cx="2423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整数分与现金流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风险与资金上限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完整参数与控制证明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19072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1965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697480"/>
            <a:ext cx="2423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改正草稿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核对参数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动态验证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30952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7212B"/>
                </a:solidFill>
                <a:latin typeface="Microsoft YaHei"/>
              </a:rPr>
              <a:t>新增金额或授权字段不被接纳；银行结果只来自回执或核账。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覆盖三类银行场景，操作结果可核对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智能转账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登记联系人姓名、手机号、备注；缺信息先追问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账单分析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分类、异常候选、月/年图表；候选不等于欺诈判定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投资衔接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账本结余→目标与预留→比较→模拟申购/赎回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边界有兜底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未实现定时、AA、办卡或真实证券交易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nance-assistant.png"/>
          <p:cNvPicPr>
            <a:picLocks noChangeAspect="1"/>
          </p:cNvPicPr>
          <p:nvPr/>
        </p:nvPicPr>
        <p:blipFill>
          <a:blip r:embed="rId2"/>
          <a:srcRect b="50636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投研先核对数据，再组织报告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异常行情先隔离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校验 OHLC 基本关系，保留原文件以便追溯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不臆造成交额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成交量单位缺失时，不换算资金或推断流向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只引用核对后的事实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日期、价格、标题来自目录，模型只选择已有条目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明确历史边界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可用图表继续保留，异常个股显示待核对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search-quality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安全保护出现在真实操作节点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完整参数确认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收款方、金额、请求摘要与会话绑定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累计大额动态验证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真实 TOTP 注册与校验，旧验证码不能再用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防重复与持久回执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相同草稿再次打开只返回原操作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未知先核账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暂停后续资金操作，核实后验证恢复，历史不重发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nfirmation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数据飞轮从明确同意和人工审核开始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默认关闭，用户控制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改正草稿→结构化候选→逐条审核；退出删除未训练反馈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最小化分享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操作种类、登记别名、方案、金额区间；没有原话或精确金额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离线训练与发布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按组拆分、固定旧记账测试、完整评测、哈希登记与回滚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本轮真实边界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隔离开发者演示反馈 1 条；真实用户反馈 0 条，不宣称用户增长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模型成绩与本轮回归分别列示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8132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记账提取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527048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1527048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472184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144/144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3113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缺失信息追问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276856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276856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222199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14/14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809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统计摘要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026663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3026663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9718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16/16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73075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银行意图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776472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3776472"/>
            <a:ext cx="5893828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372160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76/79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480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画像依据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526280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0" y="4526280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4471416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64/64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36752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607086"/>
                </a:solidFill>
                <a:latin typeface="Microsoft YaHei"/>
              </a:rPr>
              <a:t>本轮应用回归 104 项；评审复测 11 组。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607086"/>
                </a:solidFill>
                <a:latin typeface="Microsoft YaHei"/>
              </a:rPr>
              <a:t>19 页 × 3 种宽度；银行流程 11 组经双代理与实际模型验收。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904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607086"/>
                </a:solidFill>
                <a:latin typeface="Microsoft YaHei"/>
              </a:rPr>
              <a:t>上图是原 finance-v4 合成开发留出，本轮未重训；回归通过不代表真实收益或银行认证。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架构可复现，能力与权限分开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554480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847088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网页 + 同源代理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450591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7212B"/>
                </a:solidFill>
                <a:latin typeface="Microsoft YaHei"/>
              </a:rPr>
              <a:t>19 页 · 430px 竖版 · 透明玻璃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28816" y="1554480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847088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记账 / 投研 / BFF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450591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7212B"/>
                </a:solidFill>
                <a:latin typeface="Microsoft YaHei"/>
              </a:rPr>
              <a:t>保留原两个服务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447287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739896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本地共享模型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434340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7212B"/>
                </a:solidFill>
                <a:latin typeface="Microsoft YaHei"/>
              </a:rPr>
              <a:t>不直接持有操作权限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8816" y="3447287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3739896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MOSAIC + 银行模拟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434340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7212B"/>
                </a:solidFill>
                <a:latin typeface="Microsoft YaHei"/>
              </a:rPr>
              <a:t>独立密钥 · 持久结果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7150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607086"/>
                </a:solidFill>
                <a:latin typeface="Microsoft YaHei"/>
              </a:rPr>
              <a:t>安全内核 MIT；Qwen 基座 Apache；保留来源归属，新增集成单列。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当前是一份可演示、可核对的比赛原型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青财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青年服务价值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从账单到目标，再到用户确认的资金动作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可提交成果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技术文档、安全自评、8 分钟 PPT、源码/部署/测试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明确原型边界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单用户、私网 HTTP、模拟本金；没有真实银行或市场交易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正式身份与 TLS、银行对账及适当性、真实青年用户验证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